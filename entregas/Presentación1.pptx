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6" r:id="rId2"/>
    <p:sldId id="262" r:id="rId3"/>
    <p:sldId id="310" r:id="rId4"/>
    <p:sldId id="311" r:id="rId5"/>
    <p:sldId id="312" r:id="rId6"/>
    <p:sldId id="313" r:id="rId7"/>
    <p:sldId id="314" r:id="rId8"/>
    <p:sldId id="315" r:id="rId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7500"/>
    <a:srgbClr val="F25F29"/>
    <a:srgbClr val="91BED4"/>
    <a:srgbClr val="F0F0F0"/>
    <a:srgbClr val="304269"/>
    <a:srgbClr val="D9E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74" autoAdjust="0"/>
    <p:restoredTop sz="87368" autoAdjust="0"/>
  </p:normalViewPr>
  <p:slideViewPr>
    <p:cSldViewPr>
      <p:cViewPr varScale="1">
        <p:scale>
          <a:sx n="65" d="100"/>
          <a:sy n="65" d="100"/>
        </p:scale>
        <p:origin x="-1644" y="-108"/>
      </p:cViewPr>
      <p:guideLst>
        <p:guide orient="horz" pos="3168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0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es-ES"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es-ES" sz="1200"/>
            </a:lvl1pPr>
          </a:lstStyle>
          <a:p>
            <a:fld id="{744D7EC3-CD50-4DA5-B722-330229C0073D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es-ES" sz="1200"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es-ES" sz="1200"/>
            </a:lvl1pPr>
          </a:lstStyle>
          <a:p>
            <a:fld id="{A9712E5A-FBEB-4329-9E4A-5F20B492F5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9537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es-ES"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es-ES" sz="1200"/>
            </a:lvl1pPr>
          </a:lstStyle>
          <a:p>
            <a:fld id="{85BE0011-04E0-4F3F-BFCE-633C944A425A}" type="datetimeFigureOut">
              <a:t>12/17/2009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es-ES"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es-ES" sz="1200"/>
            </a:lvl1pPr>
          </a:lstStyle>
          <a:p>
            <a:fld id="{DD7D2AD7-BD31-48B9-8C8A-7D4EAE7F6485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058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r>
              <a:rPr lang="es-ES" dirty="0" smtClean="0"/>
              <a:t>Esta plantilla se puede usar como filtro de inicio para un álbum de fotos.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D2AD7-BD31-48B9-8C8A-7D4EAE7F6485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D2AD7-BD31-48B9-8C8A-7D4EAE7F6485}" type="slidenum">
              <a:rPr lang="es-ES" smtClean="0"/>
              <a:t>2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el álb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8458200" cy="6858000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2950957" y="1191150"/>
            <a:ext cx="4937760" cy="983431"/>
          </a:xfrm>
          <a:solidFill>
            <a:schemeClr val="tx1">
              <a:lumMod val="95000"/>
              <a:lumOff val="5000"/>
              <a:alpha val="64000"/>
            </a:schemeClr>
          </a:solidFill>
          <a:ln w="38100" cmpd="dbl">
            <a:noFill/>
          </a:ln>
        </p:spPr>
        <p:txBody>
          <a:bodyPr tIns="137160" anchor="ctr" anchorCtr="0">
            <a:normAutofit/>
          </a:bodyPr>
          <a:lstStyle>
            <a:lvl1pPr algn="ctr" eaLnBrk="1" latinLnBrk="0" hangingPunct="1">
              <a:buNone/>
              <a:defRPr kumimoji="0" lang="es-ES" sz="3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el título del patrón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906973" y="1143000"/>
            <a:ext cx="5029200" cy="1066800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del álbu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46839"/>
            <a:ext cx="7772400" cy="1362075"/>
          </a:xfrm>
        </p:spPr>
        <p:txBody>
          <a:bodyPr anchor="t"/>
          <a:lstStyle>
            <a:lvl1pPr algn="l" eaLnBrk="1" latinLnBrk="0" hangingPunct="1">
              <a:defRPr kumimoji="0" lang="es-ES" sz="4000" b="1" cap="all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146652"/>
            <a:ext cx="7772400" cy="1500187"/>
          </a:xfrm>
        </p:spPr>
        <p:txBody>
          <a:bodyPr anchor="b"/>
          <a:lstStyle>
            <a:lvl1pPr marL="0" indent="0" eaLnBrk="1" latinLnBrk="0" hangingPunct="1">
              <a:buNone/>
              <a:defRPr kumimoji="0" lang="es-E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eaLnBrk="1" latinLnBrk="0" hangingPunct="1">
              <a:buNone/>
              <a:defRPr kumimoji="0" lang="es-E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eaLnBrk="1" latinLnBrk="0" hangingPunct="1">
              <a:buNone/>
              <a:defRPr kumimoji="0" lang="es-E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eaLnBrk="1" latinLnBrk="0" hangingPunct="1">
              <a:buNone/>
              <a:defRPr kumimoji="0" lang="es-E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eaLnBrk="1" latinLnBrk="0" hangingPunct="1">
              <a:buNone/>
              <a:defRPr kumimoji="0" lang="es-E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eaLnBrk="1" latinLnBrk="0" hangingPunct="1">
              <a:buNone/>
              <a:defRPr kumimoji="0" lang="es-E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eaLnBrk="1" latinLnBrk="0" hangingPunct="1">
              <a:buNone/>
              <a:defRPr kumimoji="0" lang="es-E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eaLnBrk="1" latinLnBrk="0" hangingPunct="1">
              <a:buNone/>
              <a:defRPr kumimoji="0" lang="es-E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eaLnBrk="1" latinLnBrk="0" hangingPunct="1">
              <a:buNone/>
              <a:defRPr kumimoji="0" lang="es-E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ción del álbum con 3 en vertical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/>
          </p:cNvSpPr>
          <p:nvPr>
            <p:ph type="title" hasCustomPrompt="1"/>
          </p:nvPr>
        </p:nvSpPr>
        <p:spPr>
          <a:xfrm>
            <a:off x="457200" y="3390900"/>
            <a:ext cx="7781730" cy="990600"/>
          </a:xfrm>
        </p:spPr>
        <p:txBody>
          <a:bodyPr vert="horz" bIns="0" anchor="b" anchorCtr="0">
            <a:normAutofit/>
          </a:bodyPr>
          <a:lstStyle>
            <a:lvl1pPr eaLnBrk="1" latinLnBrk="0" hangingPunct="1">
              <a:defRPr kumimoji="0" lang="es-ES" sz="4400" b="1" baseline="0">
                <a:solidFill>
                  <a:srgbClr val="FC7500"/>
                </a:solidFill>
              </a:defRPr>
            </a:lvl1pPr>
            <a:extLst/>
          </a:lstStyle>
          <a:p>
            <a:r>
              <a:rPr kumimoji="0" lang="es-ES"/>
              <a:t>Haga clic para agregar el título de la sección</a:t>
            </a:r>
          </a:p>
        </p:txBody>
      </p:sp>
      <p:sp>
        <p:nvSpPr>
          <p:cNvPr id="9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0"/>
            <a:ext cx="7772400" cy="838200"/>
          </a:xfrm>
        </p:spPr>
        <p:txBody>
          <a:bodyPr vert="horz" tIns="0"/>
          <a:lstStyle>
            <a:lvl1pPr algn="ctr" eaLnBrk="1" latinLnBrk="0" hangingPunct="1">
              <a:buFontTx/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subtítulo</a:t>
            </a:r>
          </a:p>
        </p:txBody>
      </p:sp>
      <p:sp>
        <p:nvSpPr>
          <p:cNvPr id="10" name="Rectangle 6"/>
          <p:cNvSpPr>
            <a:spLocks noGrp="1"/>
          </p:cNvSpPr>
          <p:nvPr>
            <p:ph type="pic" sz="quarter" idx="11"/>
          </p:nvPr>
        </p:nvSpPr>
        <p:spPr>
          <a:xfrm>
            <a:off x="490868" y="807195"/>
            <a:ext cx="2286000" cy="2286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1" name="Rectangle 6"/>
          <p:cNvSpPr>
            <a:spLocks noGrp="1"/>
          </p:cNvSpPr>
          <p:nvPr>
            <p:ph type="pic" sz="quarter" idx="15"/>
          </p:nvPr>
        </p:nvSpPr>
        <p:spPr>
          <a:xfrm>
            <a:off x="3179134" y="807195"/>
            <a:ext cx="2286000" cy="2286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2" name="Rectangle 6"/>
          <p:cNvSpPr>
            <a:spLocks noGrp="1"/>
          </p:cNvSpPr>
          <p:nvPr>
            <p:ph type="pic" sz="quarter" idx="16"/>
          </p:nvPr>
        </p:nvSpPr>
        <p:spPr>
          <a:xfrm>
            <a:off x="5867400" y="807195"/>
            <a:ext cx="2286000" cy="2286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21" name="Rectangle 20"/>
          <p:cNvSpPr/>
          <p:nvPr userDrawn="1"/>
        </p:nvSpPr>
        <p:spPr>
          <a:xfrm>
            <a:off x="8524568" y="0"/>
            <a:ext cx="540774" cy="6858000"/>
          </a:xfrm>
          <a:prstGeom prst="rect">
            <a:avLst/>
          </a:prstGeom>
          <a:solidFill>
            <a:srgbClr val="91B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>
              <a:solidFill>
                <a:srgbClr val="FC7500"/>
              </a:solidFill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 rot="5400000">
            <a:off x="5693734" y="3429000"/>
            <a:ext cx="6858000" cy="0"/>
          </a:xfrm>
          <a:prstGeom prst="line">
            <a:avLst/>
          </a:prstGeom>
          <a:ln w="50800">
            <a:solidFill>
              <a:srgbClr val="91B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on título transpar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762000"/>
            <a:ext cx="6299200" cy="47244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12" name="Rectangle 11"/>
          <p:cNvSpPr/>
          <p:nvPr userDrawn="1"/>
        </p:nvSpPr>
        <p:spPr>
          <a:xfrm>
            <a:off x="1170166" y="5669280"/>
            <a:ext cx="6297434" cy="731520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1219199" y="5715000"/>
            <a:ext cx="6191693" cy="632637"/>
          </a:xfrm>
          <a:solidFill>
            <a:schemeClr val="tx1">
              <a:alpha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s-ES" sz="3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800600"/>
            <a:ext cx="5486400" cy="566738"/>
          </a:xfrm>
          <a:solidFill>
            <a:srgbClr val="FC7500"/>
          </a:solidFill>
        </p:spPr>
        <p:txBody>
          <a:bodyPr anchor="b"/>
          <a:lstStyle>
            <a:lvl1pPr algn="l" eaLnBrk="1" latinLnBrk="0" hangingPunct="1">
              <a:defRPr kumimoji="0" lang="es-ES" sz="2000" b="1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76400" y="612775"/>
            <a:ext cx="54864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 eaLnBrk="1" latinLnBrk="0" hangingPunct="1">
              <a:buNone/>
              <a:defRPr kumimoji="0" lang="es-ES"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eaLnBrk="1" latinLnBrk="0" hangingPunct="1">
              <a:buNone/>
              <a:defRPr kumimoji="0" lang="es-ES" sz="2800"/>
            </a:lvl2pPr>
            <a:lvl3pPr marL="914400" indent="0" eaLnBrk="1" latinLnBrk="0" hangingPunct="1">
              <a:buNone/>
              <a:defRPr kumimoji="0" lang="es-ES" sz="2400"/>
            </a:lvl3pPr>
            <a:lvl4pPr marL="1371600" indent="0" eaLnBrk="1" latinLnBrk="0" hangingPunct="1">
              <a:buNone/>
              <a:defRPr kumimoji="0" lang="es-ES" sz="2000"/>
            </a:lvl4pPr>
            <a:lvl5pPr marL="1828800" indent="0" eaLnBrk="1" latinLnBrk="0" hangingPunct="1">
              <a:buNone/>
              <a:defRPr kumimoji="0" lang="es-ES" sz="2000"/>
            </a:lvl5pPr>
            <a:lvl6pPr marL="2286000" indent="0" eaLnBrk="1" latinLnBrk="0" hangingPunct="1">
              <a:buNone/>
              <a:defRPr kumimoji="0" lang="es-ES" sz="2000"/>
            </a:lvl6pPr>
            <a:lvl7pPr marL="2743200" indent="0" eaLnBrk="1" latinLnBrk="0" hangingPunct="1">
              <a:buNone/>
              <a:defRPr kumimoji="0" lang="es-ES" sz="2000"/>
            </a:lvl7pPr>
            <a:lvl8pPr marL="3200400" indent="0" eaLnBrk="1" latinLnBrk="0" hangingPunct="1">
              <a:buNone/>
              <a:defRPr kumimoji="0" lang="es-ES" sz="2000"/>
            </a:lvl8pPr>
            <a:lvl9pPr marL="3657600" indent="0" eaLnBrk="1" latinLnBrk="0" hangingPunct="1">
              <a:buNone/>
              <a:defRPr kumimoji="0" lang="es-ES" sz="2000"/>
            </a:lvl9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6400" y="5443538"/>
            <a:ext cx="5486400" cy="804862"/>
          </a:xfrm>
        </p:spPr>
        <p:txBody>
          <a:bodyPr>
            <a:normAutofit/>
          </a:bodyPr>
          <a:lstStyle>
            <a:lvl1pPr marL="0" indent="0" eaLnBrk="1" latinLnBrk="0" hangingPunct="1">
              <a:buNone/>
              <a:defRPr kumimoji="0" lang="es-ES"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eaLnBrk="1" latinLnBrk="0" hangingPunct="1">
              <a:buNone/>
              <a:defRPr kumimoji="0" lang="es-ES" sz="1200"/>
            </a:lvl2pPr>
            <a:lvl3pPr marL="914400" indent="0" eaLnBrk="1" latinLnBrk="0" hangingPunct="1">
              <a:buNone/>
              <a:defRPr kumimoji="0" lang="es-ES" sz="1000"/>
            </a:lvl3pPr>
            <a:lvl4pPr marL="1371600" indent="0" eaLnBrk="1" latinLnBrk="0" hangingPunct="1">
              <a:buNone/>
              <a:defRPr kumimoji="0" lang="es-ES" sz="900"/>
            </a:lvl4pPr>
            <a:lvl5pPr marL="1828800" indent="0" eaLnBrk="1" latinLnBrk="0" hangingPunct="1">
              <a:buNone/>
              <a:defRPr kumimoji="0" lang="es-ES" sz="900"/>
            </a:lvl5pPr>
            <a:lvl6pPr marL="2286000" indent="0" eaLnBrk="1" latinLnBrk="0" hangingPunct="1">
              <a:buNone/>
              <a:defRPr kumimoji="0" lang="es-ES" sz="900"/>
            </a:lvl6pPr>
            <a:lvl7pPr marL="2743200" indent="0" eaLnBrk="1" latinLnBrk="0" hangingPunct="1">
              <a:buNone/>
              <a:defRPr kumimoji="0" lang="es-ES" sz="900"/>
            </a:lvl7pPr>
            <a:lvl8pPr marL="3200400" indent="0" eaLnBrk="1" latinLnBrk="0" hangingPunct="1">
              <a:buNone/>
              <a:defRPr kumimoji="0" lang="es-ES" sz="900"/>
            </a:lvl8pPr>
            <a:lvl9pPr marL="3657600" indent="0" eaLnBrk="1" latinLnBrk="0" hangingPunct="1">
              <a:buNone/>
              <a:defRPr kumimoji="0" lang="es-ES" sz="9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12" name="Rectangle 9"/>
          <p:cNvSpPr>
            <a:spLocks noGrp="1" noChangeAspect="1"/>
          </p:cNvSpPr>
          <p:nvPr>
            <p:ph type="pic" sz="quarter" idx="14"/>
          </p:nvPr>
        </p:nvSpPr>
        <p:spPr>
          <a:xfrm>
            <a:off x="1244600" y="304800"/>
            <a:ext cx="6299200" cy="4724400"/>
          </a:xfrm>
          <a:solidFill>
            <a:schemeClr val="bg1">
              <a:lumMod val="95000"/>
            </a:schemeClr>
          </a:solidFill>
          <a:ln w="38100" cap="sq" cmpd="sng" algn="ctr">
            <a:noFill/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s-ES" sz="280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5181600"/>
            <a:ext cx="7848600" cy="457200"/>
          </a:xfrm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24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715000"/>
            <a:ext cx="7848600" cy="685800"/>
          </a:xfrm>
        </p:spPr>
        <p:txBody>
          <a:bodyPr>
            <a:noAutofit/>
          </a:bodyPr>
          <a:lstStyle>
            <a:lvl1pPr eaLnBrk="1" latinLnBrk="0" hangingPunct="1">
              <a:buNone/>
              <a:defRPr kumimoji="0" lang="es-ES" sz="1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rizontal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77079" y="228600"/>
            <a:ext cx="8189844" cy="6172200"/>
          </a:xfrm>
          <a:prstGeom prst="rect">
            <a:avLst/>
          </a:prstGeom>
          <a:noFill/>
          <a:ln w="117475" cmpd="thinThick">
            <a:solidFill>
              <a:srgbClr val="FC75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6" name="Rectangle 9"/>
          <p:cNvSpPr>
            <a:spLocks noGrp="1" noChangeAspect="1"/>
          </p:cNvSpPr>
          <p:nvPr>
            <p:ph type="pic" sz="quarter" idx="13"/>
          </p:nvPr>
        </p:nvSpPr>
        <p:spPr>
          <a:xfrm>
            <a:off x="551994" y="299695"/>
            <a:ext cx="8040013" cy="6030010"/>
          </a:xfrm>
          <a:solidFill>
            <a:schemeClr val="bg1"/>
          </a:solidFill>
          <a:ln w="57150"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rgbClr val="FC7500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rizontal con título">
    <p:bg>
      <p:bgPr>
        <a:solidFill>
          <a:srgbClr val="91B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  <p:sp>
        <p:nvSpPr>
          <p:cNvPr id="6" name="Rectangle 9"/>
          <p:cNvSpPr>
            <a:spLocks noGrp="1" noChangeAspect="1"/>
          </p:cNvSpPr>
          <p:nvPr>
            <p:ph type="pic" sz="quarter" idx="13"/>
          </p:nvPr>
        </p:nvSpPr>
        <p:spPr>
          <a:xfrm>
            <a:off x="533400" y="370790"/>
            <a:ext cx="8040013" cy="603001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rgbClr val="FC7500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105400" y="5257800"/>
            <a:ext cx="4038600" cy="505047"/>
          </a:xfrm>
          <a:solidFill>
            <a:schemeClr val="tx1">
              <a:alpha val="46000"/>
            </a:schemeClr>
          </a:solidFill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2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 en vertical con título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spect="1"/>
          </p:cNvSpPr>
          <p:nvPr>
            <p:ph type="pic" sz="quarter" idx="13"/>
          </p:nvPr>
        </p:nvSpPr>
        <p:spPr>
          <a:xfrm>
            <a:off x="4512497" y="381000"/>
            <a:ext cx="3431353" cy="4575141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8"/>
          <p:cNvSpPr>
            <a:spLocks noGrp="1" noChangeAspect="1"/>
          </p:cNvSpPr>
          <p:nvPr>
            <p:ph type="pic" sz="quarter" idx="14"/>
          </p:nvPr>
        </p:nvSpPr>
        <p:spPr>
          <a:xfrm>
            <a:off x="857250" y="381000"/>
            <a:ext cx="3429000" cy="4572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181600"/>
            <a:ext cx="3476626" cy="1066800"/>
          </a:xfrm>
        </p:spPr>
        <p:txBody>
          <a:bodyPr lIns="91440" rIns="9144" anchor="t" anchorCtr="0">
            <a:no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lang="es-ES"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05324" y="5181600"/>
            <a:ext cx="3476625" cy="1066800"/>
          </a:xfrm>
        </p:spPr>
        <p:txBody>
          <a:bodyPr lIns="91440" rIns="9144" anchor="t" anchorCtr="0">
            <a:no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lang="es-ES"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: en horizontal con título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800600" y="914400"/>
            <a:ext cx="3962400" cy="297180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914400"/>
            <a:ext cx="3962400" cy="297180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114800"/>
            <a:ext cx="3962400" cy="1214887"/>
          </a:xfrm>
        </p:spPr>
        <p:txBody>
          <a:bodyPr vert="horz" lIns="91440" tIns="45720" rIns="9144" bIns="45720" rtlCol="0" anchor="t" anchorCtr="0">
            <a:no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lang="es-ES"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lvl="0" indent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kumimoji="0" lang="es-ES"/>
              <a:t>Haga clic para agregar el título</a:t>
            </a: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800599" y="4114800"/>
            <a:ext cx="3990975" cy="1214887"/>
          </a:xfrm>
        </p:spPr>
        <p:txBody>
          <a:bodyPr vert="horz" lIns="91440" tIns="45720" rIns="9144" bIns="45720" rtlCol="0" anchor="t" anchorCtr="0">
            <a:no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lang="es-ES"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lvl="0" indent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kumimoji="0" lang="es-ES"/>
              <a:t>Haga clic para agregar el título</a:t>
            </a:r>
          </a:p>
        </p:txBody>
      </p:sp>
      <p:grpSp>
        <p:nvGrpSpPr>
          <p:cNvPr id="10" name="Group 9"/>
          <p:cNvGrpSpPr/>
          <p:nvPr userDrawn="1"/>
        </p:nvGrpSpPr>
        <p:grpSpPr>
          <a:xfrm rot="5400000">
            <a:off x="4277032" y="1991032"/>
            <a:ext cx="589936" cy="9144000"/>
            <a:chOff x="8524568" y="0"/>
            <a:chExt cx="589936" cy="685800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8524568" y="0"/>
              <a:ext cx="540774" cy="6858000"/>
            </a:xfrm>
            <a:prstGeom prst="rect">
              <a:avLst/>
            </a:prstGeom>
            <a:solidFill>
              <a:srgbClr val="FC7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es-ES">
                <a:solidFill>
                  <a:srgbClr val="FC7500"/>
                </a:solidFill>
              </a:endParaRPr>
            </a:p>
          </p:txBody>
        </p:sp>
        <p:cxnSp>
          <p:nvCxnSpPr>
            <p:cNvPr id="12" name="Straight Connector 11"/>
            <p:cNvCxnSpPr/>
            <p:nvPr userDrawn="1"/>
          </p:nvCxnSpPr>
          <p:spPr>
            <a:xfrm rot="5400000">
              <a:off x="5685504" y="3429000"/>
              <a:ext cx="6858000" cy="0"/>
            </a:xfrm>
            <a:prstGeom prst="line">
              <a:avLst/>
            </a:prstGeom>
            <a:ln w="50800">
              <a:solidFill>
                <a:srgbClr val="FC7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: instantá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223811">
            <a:off x="4598124" y="530555"/>
            <a:ext cx="2282441" cy="246750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36000">
                <a:schemeClr val="bg1"/>
              </a:gs>
            </a:gsLst>
            <a:lin ang="14400000" scaled="0"/>
          </a:gradFill>
          <a:ln w="9525">
            <a:solidFill>
              <a:schemeClr val="bg1">
                <a:lumMod val="85000"/>
              </a:schemeClr>
            </a:solidFill>
          </a:ln>
          <a:effectLst>
            <a:outerShdw blurRad="25400" dist="127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 rot="1223811">
            <a:off x="4794084" y="657037"/>
            <a:ext cx="2035690" cy="1912315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600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5943600"/>
            <a:ext cx="8204200" cy="457200"/>
          </a:xfrm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24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33400" y="1172146"/>
            <a:ext cx="3810000" cy="4148667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36000">
                <a:schemeClr val="bg1"/>
              </a:gs>
            </a:gsLst>
            <a:lin ang="14400000" scaled="0"/>
          </a:gradFill>
          <a:ln w="9525">
            <a:solidFill>
              <a:schemeClr val="bg1">
                <a:lumMod val="85000"/>
              </a:schemeClr>
            </a:solidFill>
          </a:ln>
          <a:effectLst>
            <a:outerShdw blurRad="25400" dist="127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780535" y="1439693"/>
            <a:ext cx="3346622" cy="3175000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2200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81050" y="4754393"/>
            <a:ext cx="3333750" cy="317500"/>
          </a:xfrm>
        </p:spPr>
        <p:txBody>
          <a:bodyPr>
            <a:noAutofit/>
          </a:bodyPr>
          <a:lstStyle>
            <a:lvl1pPr algn="ctr" eaLnBrk="1" latinLnBrk="0" hangingPunct="1">
              <a:buNone/>
              <a:defRPr kumimoji="0" lang="es-ES"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un título corto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85608" y="2877171"/>
            <a:ext cx="2624992" cy="2837829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36000">
                <a:schemeClr val="bg1"/>
              </a:gs>
            </a:gsLst>
            <a:lin ang="14400000" scaled="0"/>
          </a:gradFill>
          <a:ln w="9525">
            <a:solidFill>
              <a:schemeClr val="bg1">
                <a:lumMod val="85000"/>
              </a:schemeClr>
            </a:solidFill>
          </a:ln>
          <a:effectLst>
            <a:outerShdw blurRad="25400" dist="127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137438" y="3013976"/>
            <a:ext cx="2341209" cy="2199318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600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: película de diapositi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599" y="1371600"/>
            <a:ext cx="4026757" cy="4038600"/>
          </a:xfrm>
          <a:prstGeom prst="rect">
            <a:avLst/>
          </a:prstGeom>
        </p:spPr>
      </p:pic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592249" y="2370152"/>
            <a:ext cx="2804822" cy="1788380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400" baseline="0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5176" y="685801"/>
            <a:ext cx="2507224" cy="2514599"/>
          </a:xfrm>
          <a:prstGeom prst="rect">
            <a:avLst/>
          </a:prstGeom>
        </p:spPr>
      </p:pic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5706474" y="1371600"/>
            <a:ext cx="1600200" cy="1002547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100" baseline="0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5176" y="3429001"/>
            <a:ext cx="2507224" cy="2514599"/>
          </a:xfrm>
          <a:prstGeom prst="rect">
            <a:avLst/>
          </a:prstGeom>
        </p:spPr>
      </p:pic>
      <p:sp>
        <p:nvSpPr>
          <p:cNvPr id="17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5706474" y="4114800"/>
            <a:ext cx="1600200" cy="1002547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100" baseline="0">
                <a:solidFill>
                  <a:schemeClr val="bg1"/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: en vertical con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spect="1"/>
          </p:cNvSpPr>
          <p:nvPr>
            <p:ph type="pic" sz="quarter" idx="13"/>
          </p:nvPr>
        </p:nvSpPr>
        <p:spPr>
          <a:xfrm>
            <a:off x="228600" y="533400"/>
            <a:ext cx="2743200" cy="36576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8"/>
          <p:cNvSpPr>
            <a:spLocks noGrp="1" noChangeAspect="1"/>
          </p:cNvSpPr>
          <p:nvPr>
            <p:ph type="pic" sz="quarter" idx="14"/>
          </p:nvPr>
        </p:nvSpPr>
        <p:spPr>
          <a:xfrm>
            <a:off x="3200400" y="533400"/>
            <a:ext cx="2743200" cy="36576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Rectangle 8"/>
          <p:cNvSpPr>
            <a:spLocks noGrp="1" noChangeAspect="1"/>
          </p:cNvSpPr>
          <p:nvPr>
            <p:ph type="pic" sz="quarter" idx="15"/>
          </p:nvPr>
        </p:nvSpPr>
        <p:spPr>
          <a:xfrm>
            <a:off x="6172200" y="533400"/>
            <a:ext cx="2743200" cy="36576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6"/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44196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es-ES"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0" name="Rectangle 6"/>
          <p:cNvSpPr>
            <a:spLocks noGrp="1"/>
          </p:cNvSpPr>
          <p:nvPr>
            <p:ph type="body" sz="quarter" idx="17" hasCustomPrompt="1"/>
          </p:nvPr>
        </p:nvSpPr>
        <p:spPr>
          <a:xfrm>
            <a:off x="3200400" y="44196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es-ES"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1" name="Rectangle 6"/>
          <p:cNvSpPr>
            <a:spLocks noGrp="1"/>
          </p:cNvSpPr>
          <p:nvPr>
            <p:ph type="body" sz="quarter" idx="18" hasCustomPrompt="1"/>
          </p:nvPr>
        </p:nvSpPr>
        <p:spPr>
          <a:xfrm>
            <a:off x="6172200" y="44196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es-ES"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 rot="5400000">
            <a:off x="4277032" y="1991032"/>
            <a:ext cx="589936" cy="9144000"/>
            <a:chOff x="8524568" y="0"/>
            <a:chExt cx="589936" cy="6858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8524568" y="0"/>
              <a:ext cx="540774" cy="6858000"/>
            </a:xfrm>
            <a:prstGeom prst="rect">
              <a:avLst/>
            </a:prstGeom>
            <a:solidFill>
              <a:srgbClr val="FC7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es-ES">
                <a:solidFill>
                  <a:srgbClr val="FC7500"/>
                </a:solidFill>
              </a:endParaRPr>
            </a:p>
          </p:txBody>
        </p:sp>
        <p:cxnSp>
          <p:nvCxnSpPr>
            <p:cNvPr id="14" name="Straight Connector 13"/>
            <p:cNvCxnSpPr/>
            <p:nvPr userDrawn="1"/>
          </p:nvCxnSpPr>
          <p:spPr>
            <a:xfrm rot="5400000">
              <a:off x="5685504" y="3429000"/>
              <a:ext cx="6858000" cy="0"/>
            </a:xfrm>
            <a:prstGeom prst="line">
              <a:avLst/>
            </a:prstGeom>
            <a:ln w="50800">
              <a:solidFill>
                <a:srgbClr val="FC7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: en horizontal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741631" y="3480023"/>
            <a:ext cx="3792769" cy="2844577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558800" y="3480023"/>
            <a:ext cx="3792769" cy="2844577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5"/>
          </p:nvPr>
        </p:nvSpPr>
        <p:spPr>
          <a:xfrm>
            <a:off x="4741631" y="355823"/>
            <a:ext cx="3792769" cy="2844577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  <a:defRPr kumimoji="0" lang="es-ES" sz="24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11"/>
          <p:cNvSpPr>
            <a:spLocks noGrp="1"/>
          </p:cNvSpPr>
          <p:nvPr>
            <p:ph type="body" sz="quarter" idx="16" hasCustomPrompt="1"/>
          </p:nvPr>
        </p:nvSpPr>
        <p:spPr>
          <a:xfrm>
            <a:off x="558800" y="355823"/>
            <a:ext cx="3792769" cy="2844577"/>
          </a:xfrm>
        </p:spPr>
        <p:txBody>
          <a:bodyPr anchor="b" anchorCtr="0">
            <a:no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lang="es-ES" sz="18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norámica mixto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92392" y="592392"/>
            <a:ext cx="7391400" cy="2286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9600" y="3352800"/>
            <a:ext cx="2286000" cy="2286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s-ES" sz="1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3276600" y="3352800"/>
            <a:ext cx="2286000" cy="22860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s-ES" sz="1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5791200" y="3352800"/>
            <a:ext cx="2286000" cy="381000"/>
          </a:xfrm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18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91200" y="3886200"/>
            <a:ext cx="2286000" cy="1752600"/>
          </a:xfrm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subtexto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8524568" y="0"/>
            <a:ext cx="540774" cy="6858000"/>
          </a:xfrm>
          <a:prstGeom prst="rect">
            <a:avLst/>
          </a:prstGeom>
          <a:solidFill>
            <a:srgbClr val="91B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>
              <a:solidFill>
                <a:srgbClr val="FC7500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 rot="5400000">
            <a:off x="5693734" y="3429000"/>
            <a:ext cx="6858000" cy="0"/>
          </a:xfrm>
          <a:prstGeom prst="line">
            <a:avLst/>
          </a:prstGeom>
          <a:ln w="50800">
            <a:solidFill>
              <a:srgbClr val="91B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: en vertical con títulos de color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4"/>
          </p:nvPr>
        </p:nvSpPr>
        <p:spPr>
          <a:xfrm>
            <a:off x="2209800" y="241192"/>
            <a:ext cx="2216936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26"/>
          </p:nvPr>
        </p:nvSpPr>
        <p:spPr>
          <a:xfrm>
            <a:off x="2209800" y="3365392"/>
            <a:ext cx="2216936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25"/>
          </p:nvPr>
        </p:nvSpPr>
        <p:spPr>
          <a:xfrm>
            <a:off x="4652720" y="241192"/>
            <a:ext cx="2217698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7"/>
          <p:cNvSpPr>
            <a:spLocks noGrp="1"/>
          </p:cNvSpPr>
          <p:nvPr>
            <p:ph type="pic" sz="quarter" idx="27"/>
          </p:nvPr>
        </p:nvSpPr>
        <p:spPr>
          <a:xfrm>
            <a:off x="4648200" y="3365392"/>
            <a:ext cx="2216936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0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  <a:solidFill>
            <a:srgbClr val="91BED4"/>
          </a:solidFill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es-ES"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  <a:solidFill>
            <a:srgbClr val="FC7500"/>
          </a:solidFill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es-ES" sz="1600" baseline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2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  <a:solidFill>
            <a:srgbClr val="FC7500"/>
          </a:solidFill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es-ES" sz="1600" baseline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  <a:solidFill>
            <a:srgbClr val="91BED4"/>
          </a:solidFill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es-ES" sz="1600" baseline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: en vertical con título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4"/>
          </p:nvPr>
        </p:nvSpPr>
        <p:spPr>
          <a:xfrm>
            <a:off x="2247900" y="241192"/>
            <a:ext cx="2216936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26"/>
          </p:nvPr>
        </p:nvSpPr>
        <p:spPr>
          <a:xfrm>
            <a:off x="2247900" y="3365392"/>
            <a:ext cx="2216936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25"/>
          </p:nvPr>
        </p:nvSpPr>
        <p:spPr>
          <a:xfrm>
            <a:off x="4690820" y="241192"/>
            <a:ext cx="2217698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7"/>
          <p:cNvSpPr>
            <a:spLocks noGrp="1"/>
          </p:cNvSpPr>
          <p:nvPr>
            <p:ph type="pic" sz="quarter" idx="27"/>
          </p:nvPr>
        </p:nvSpPr>
        <p:spPr>
          <a:xfrm>
            <a:off x="4686300" y="3365392"/>
            <a:ext cx="2216936" cy="288300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0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342900" y="1257300"/>
            <a:ext cx="1676400" cy="1905000"/>
          </a:xfrm>
          <a:noFill/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es-ES" sz="16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2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342900" y="3352800"/>
            <a:ext cx="1676400" cy="1905000"/>
          </a:xfrm>
          <a:noFill/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es-ES" sz="16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124700" y="3352800"/>
            <a:ext cx="1676400" cy="1905000"/>
          </a:xfrm>
          <a:noFill/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es-ES" sz="16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31" hasCustomPrompt="1"/>
          </p:nvPr>
        </p:nvSpPr>
        <p:spPr>
          <a:xfrm>
            <a:off x="7124700" y="12573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es-ES" sz="16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: en vertical con título y título gran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/>
          </p:cNvSpPr>
          <p:nvPr>
            <p:ph type="pic" sz="quarter" idx="14"/>
          </p:nvPr>
        </p:nvSpPr>
        <p:spPr>
          <a:xfrm>
            <a:off x="228600" y="838200"/>
            <a:ext cx="2000252" cy="266700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1"/>
          </p:nvPr>
        </p:nvSpPr>
        <p:spPr>
          <a:xfrm>
            <a:off x="4622800" y="838200"/>
            <a:ext cx="2000252" cy="266700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30"/>
          </p:nvPr>
        </p:nvSpPr>
        <p:spPr>
          <a:xfrm>
            <a:off x="2425260" y="838200"/>
            <a:ext cx="2000252" cy="266700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7"/>
          <p:cNvSpPr>
            <a:spLocks noGrp="1"/>
          </p:cNvSpPr>
          <p:nvPr>
            <p:ph type="pic" sz="quarter" idx="32"/>
          </p:nvPr>
        </p:nvSpPr>
        <p:spPr>
          <a:xfrm>
            <a:off x="6816366" y="838200"/>
            <a:ext cx="2000252" cy="266700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0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3733799"/>
            <a:ext cx="8610600" cy="457200"/>
          </a:xfrm>
        </p:spPr>
        <p:txBody>
          <a:bodyPr anchor="t" anchorCtr="0">
            <a:noAutofit/>
          </a:bodyPr>
          <a:lstStyle>
            <a:lvl1pPr marL="0" marR="0" indent="0" algn="l" eaLnBrk="1" latinLnBrk="0" hangingPunct="1">
              <a:buFontTx/>
              <a:buNone/>
              <a:defRPr kumimoji="0" lang="es-ES" sz="2600" b="1" baseline="0">
                <a:solidFill>
                  <a:srgbClr val="FC7500"/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un estilo de texto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3" hasCustomPrompt="1"/>
          </p:nvPr>
        </p:nvSpPr>
        <p:spPr>
          <a:xfrm>
            <a:off x="228600" y="4343399"/>
            <a:ext cx="8610600" cy="1600200"/>
          </a:xfrm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al título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 rot="5400000">
            <a:off x="4277032" y="1991032"/>
            <a:ext cx="589936" cy="9144000"/>
            <a:chOff x="8524568" y="0"/>
            <a:chExt cx="589936" cy="6858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8524568" y="0"/>
              <a:ext cx="540774" cy="6858000"/>
            </a:xfrm>
            <a:prstGeom prst="rect">
              <a:avLst/>
            </a:prstGeom>
            <a:solidFill>
              <a:srgbClr val="FC7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es-ES">
                <a:solidFill>
                  <a:srgbClr val="FC7500"/>
                </a:solidFill>
              </a:endParaRPr>
            </a:p>
          </p:txBody>
        </p:sp>
        <p:cxnSp>
          <p:nvCxnSpPr>
            <p:cNvPr id="14" name="Straight Connector 13"/>
            <p:cNvCxnSpPr/>
            <p:nvPr userDrawn="1"/>
          </p:nvCxnSpPr>
          <p:spPr>
            <a:xfrm rot="5400000">
              <a:off x="5685504" y="3429000"/>
              <a:ext cx="6858000" cy="0"/>
            </a:xfrm>
            <a:prstGeom prst="line">
              <a:avLst/>
            </a:prstGeom>
            <a:ln w="50800">
              <a:solidFill>
                <a:srgbClr val="FC7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: mi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6" name="Rectangle 7"/>
          <p:cNvSpPr>
            <a:spLocks noGrp="1"/>
          </p:cNvSpPr>
          <p:nvPr>
            <p:ph type="pic" sz="quarter" idx="14"/>
          </p:nvPr>
        </p:nvSpPr>
        <p:spPr>
          <a:xfrm>
            <a:off x="762000" y="257665"/>
            <a:ext cx="4481957" cy="5990735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655438" y="257665"/>
            <a:ext cx="2366713" cy="1775033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22"/>
          </p:nvPr>
        </p:nvSpPr>
        <p:spPr>
          <a:xfrm>
            <a:off x="5655438" y="2362200"/>
            <a:ext cx="2366713" cy="1775033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655438" y="4495800"/>
            <a:ext cx="2366713" cy="1775033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15" name="Rectangle 14"/>
          <p:cNvSpPr/>
          <p:nvPr userDrawn="1"/>
        </p:nvSpPr>
        <p:spPr>
          <a:xfrm>
            <a:off x="8524568" y="0"/>
            <a:ext cx="540774" cy="6858000"/>
          </a:xfrm>
          <a:prstGeom prst="rect">
            <a:avLst/>
          </a:prstGeom>
          <a:solidFill>
            <a:srgbClr val="91B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>
              <a:solidFill>
                <a:srgbClr val="FC7500"/>
              </a:solidFill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 rot="5400000">
            <a:off x="5693734" y="3429000"/>
            <a:ext cx="6858000" cy="0"/>
          </a:xfrm>
          <a:prstGeom prst="line">
            <a:avLst/>
          </a:prstGeom>
          <a:ln w="50800">
            <a:solidFill>
              <a:srgbClr val="91B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: 3 en horizontal y 2 en vertical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80498"/>
            <a:ext cx="1920956" cy="275762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17"/>
          </p:nvPr>
        </p:nvSpPr>
        <p:spPr>
          <a:xfrm>
            <a:off x="2881448" y="228600"/>
            <a:ext cx="5259410" cy="3944558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26"/>
          </p:nvPr>
        </p:nvSpPr>
        <p:spPr>
          <a:xfrm>
            <a:off x="609600" y="228601"/>
            <a:ext cx="1920956" cy="2757620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9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799895" y="4563306"/>
            <a:ext cx="2429706" cy="1707737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2895600" y="4563306"/>
            <a:ext cx="2512020" cy="1707737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: 2 en horizontal y 3 en vertical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10" name="Rectangle 7"/>
          <p:cNvSpPr>
            <a:spLocks noGrp="1"/>
          </p:cNvSpPr>
          <p:nvPr>
            <p:ph type="pic" sz="quarter" idx="26"/>
          </p:nvPr>
        </p:nvSpPr>
        <p:spPr>
          <a:xfrm>
            <a:off x="529105" y="3124200"/>
            <a:ext cx="2518895" cy="3167033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pic" sz="quarter" idx="29"/>
          </p:nvPr>
        </p:nvSpPr>
        <p:spPr>
          <a:xfrm>
            <a:off x="511374" y="228601"/>
            <a:ext cx="3829900" cy="2651469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marR="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2" name="Rectangle 7"/>
          <p:cNvSpPr>
            <a:spLocks noGrp="1"/>
          </p:cNvSpPr>
          <p:nvPr>
            <p:ph type="pic" sz="quarter" idx="30"/>
          </p:nvPr>
        </p:nvSpPr>
        <p:spPr>
          <a:xfrm>
            <a:off x="4780700" y="228601"/>
            <a:ext cx="3829900" cy="2651469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3" name="Rectangle 7"/>
          <p:cNvSpPr>
            <a:spLocks noGrp="1"/>
          </p:cNvSpPr>
          <p:nvPr>
            <p:ph type="pic" sz="quarter" idx="27"/>
          </p:nvPr>
        </p:nvSpPr>
        <p:spPr>
          <a:xfrm>
            <a:off x="3310405" y="3124200"/>
            <a:ext cx="2518895" cy="3167033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28"/>
          </p:nvPr>
        </p:nvSpPr>
        <p:spPr>
          <a:xfrm>
            <a:off x="6091705" y="3124200"/>
            <a:ext cx="2518895" cy="3167033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adrícula de fotos con títul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 userDrawn="1"/>
        </p:nvSpPr>
        <p:spPr>
          <a:xfrm>
            <a:off x="4648200" y="4558210"/>
            <a:ext cx="2057400" cy="1994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66" name="Text Placeholder 25"/>
          <p:cNvSpPr>
            <a:spLocks noGrp="1"/>
          </p:cNvSpPr>
          <p:nvPr>
            <p:ph type="body" sz="quarter" idx="31" hasCustomPrompt="1"/>
          </p:nvPr>
        </p:nvSpPr>
        <p:spPr>
          <a:xfrm>
            <a:off x="4724400" y="47106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CLICK TO ADD TITLE</a:t>
            </a:r>
          </a:p>
        </p:txBody>
      </p:sp>
      <p:sp>
        <p:nvSpPr>
          <p:cNvPr id="67" name="Text Placeholder 28"/>
          <p:cNvSpPr>
            <a:spLocks noGrp="1"/>
          </p:cNvSpPr>
          <p:nvPr>
            <p:ph type="body" sz="quarter" idx="32" hasCustomPrompt="1"/>
          </p:nvPr>
        </p:nvSpPr>
        <p:spPr>
          <a:xfrm>
            <a:off x="4724400" y="51678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33" name="Rectangle 32"/>
          <p:cNvSpPr/>
          <p:nvPr userDrawn="1"/>
        </p:nvSpPr>
        <p:spPr>
          <a:xfrm>
            <a:off x="4648200" y="291010"/>
            <a:ext cx="2057400" cy="1994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34" name="Text Placeholder 25"/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4434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35" name="Text Placeholder 28"/>
          <p:cNvSpPr>
            <a:spLocks noGrp="1"/>
          </p:cNvSpPr>
          <p:nvPr>
            <p:ph type="body" sz="quarter" idx="20" hasCustomPrompt="1"/>
          </p:nvPr>
        </p:nvSpPr>
        <p:spPr>
          <a:xfrm>
            <a:off x="4724400" y="9006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228600" y="291010"/>
            <a:ext cx="2057400" cy="1994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2438400" y="2910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24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6858000" y="2910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4434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304800" y="9006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52" name="Rectangle 51"/>
          <p:cNvSpPr/>
          <p:nvPr userDrawn="1"/>
        </p:nvSpPr>
        <p:spPr>
          <a:xfrm>
            <a:off x="2440857" y="2424610"/>
            <a:ext cx="2057400" cy="1994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53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228600" y="24246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54" name="Picture Placeholder 11"/>
          <p:cNvSpPr>
            <a:spLocks noGrp="1"/>
          </p:cNvSpPr>
          <p:nvPr>
            <p:ph type="pic" sz="quarter" idx="22"/>
          </p:nvPr>
        </p:nvSpPr>
        <p:spPr>
          <a:xfrm>
            <a:off x="4650657" y="24246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5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2517057" y="25770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56" name="Text Placeholder 28"/>
          <p:cNvSpPr>
            <a:spLocks noGrp="1"/>
          </p:cNvSpPr>
          <p:nvPr>
            <p:ph type="body" sz="quarter" idx="24" hasCustomPrompt="1"/>
          </p:nvPr>
        </p:nvSpPr>
        <p:spPr>
          <a:xfrm>
            <a:off x="2517057" y="30342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izquierda</a:t>
            </a:r>
          </a:p>
        </p:txBody>
      </p:sp>
      <p:sp>
        <p:nvSpPr>
          <p:cNvPr id="57" name="Rectangle 56"/>
          <p:cNvSpPr/>
          <p:nvPr userDrawn="1"/>
        </p:nvSpPr>
        <p:spPr>
          <a:xfrm>
            <a:off x="6860457" y="2424610"/>
            <a:ext cx="2057400" cy="1994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58" name="Text Placeholder 25"/>
          <p:cNvSpPr>
            <a:spLocks noGrp="1"/>
          </p:cNvSpPr>
          <p:nvPr>
            <p:ph type="body" sz="quarter" idx="25" hasCustomPrompt="1"/>
          </p:nvPr>
        </p:nvSpPr>
        <p:spPr>
          <a:xfrm>
            <a:off x="6936657" y="25770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59" name="Text Placeholder 28"/>
          <p:cNvSpPr>
            <a:spLocks noGrp="1"/>
          </p:cNvSpPr>
          <p:nvPr>
            <p:ph type="body" sz="quarter" idx="26" hasCustomPrompt="1"/>
          </p:nvPr>
        </p:nvSpPr>
        <p:spPr>
          <a:xfrm>
            <a:off x="6936657" y="30342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izquierda</a:t>
            </a:r>
          </a:p>
        </p:txBody>
      </p:sp>
      <p:sp>
        <p:nvSpPr>
          <p:cNvPr id="60" name="Rectangle 59"/>
          <p:cNvSpPr/>
          <p:nvPr userDrawn="1"/>
        </p:nvSpPr>
        <p:spPr>
          <a:xfrm>
            <a:off x="228600" y="4558210"/>
            <a:ext cx="2057400" cy="1994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61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2435942" y="45582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62" name="Picture Placeholder 11"/>
          <p:cNvSpPr>
            <a:spLocks noGrp="1"/>
          </p:cNvSpPr>
          <p:nvPr>
            <p:ph type="pic" sz="quarter" idx="28"/>
          </p:nvPr>
        </p:nvSpPr>
        <p:spPr>
          <a:xfrm>
            <a:off x="6855542" y="45582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63" name="Text Placeholder 25"/>
          <p:cNvSpPr>
            <a:spLocks noGrp="1"/>
          </p:cNvSpPr>
          <p:nvPr>
            <p:ph type="body" sz="quarter" idx="29" hasCustomPrompt="1"/>
          </p:nvPr>
        </p:nvSpPr>
        <p:spPr>
          <a:xfrm>
            <a:off x="304800" y="47106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rgbClr val="FC7500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64" name="Text Placeholder 28"/>
          <p:cNvSpPr>
            <a:spLocks noGrp="1"/>
          </p:cNvSpPr>
          <p:nvPr>
            <p:ph type="body" sz="quarter" idx="30" hasCustomPrompt="1"/>
          </p:nvPr>
        </p:nvSpPr>
        <p:spPr>
          <a:xfrm>
            <a:off x="304800" y="51678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28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3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3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adrícula de fotos con títulos de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 userDrawn="1"/>
        </p:nvSpPr>
        <p:spPr>
          <a:xfrm>
            <a:off x="4648200" y="4558210"/>
            <a:ext cx="2057400" cy="1994990"/>
          </a:xfrm>
          <a:prstGeom prst="rect">
            <a:avLst/>
          </a:prstGeom>
          <a:solidFill>
            <a:srgbClr val="FC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52" name="Text Placeholder 25"/>
          <p:cNvSpPr>
            <a:spLocks noGrp="1"/>
          </p:cNvSpPr>
          <p:nvPr>
            <p:ph type="body" sz="quarter" idx="31" hasCustomPrompt="1"/>
          </p:nvPr>
        </p:nvSpPr>
        <p:spPr>
          <a:xfrm>
            <a:off x="4724400" y="47106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53" name="Text Placeholder 28"/>
          <p:cNvSpPr>
            <a:spLocks noGrp="1"/>
          </p:cNvSpPr>
          <p:nvPr>
            <p:ph type="body" sz="quarter" idx="32" hasCustomPrompt="1"/>
          </p:nvPr>
        </p:nvSpPr>
        <p:spPr>
          <a:xfrm>
            <a:off x="4724400" y="51678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35" name="Rectangle 34"/>
          <p:cNvSpPr/>
          <p:nvPr userDrawn="1"/>
        </p:nvSpPr>
        <p:spPr>
          <a:xfrm>
            <a:off x="4648200" y="291010"/>
            <a:ext cx="2057400" cy="1994990"/>
          </a:xfrm>
          <a:prstGeom prst="rect">
            <a:avLst/>
          </a:prstGeom>
          <a:solidFill>
            <a:srgbClr val="D9E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36" name="Text Placeholder 25"/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4434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37" name="Text Placeholder 28"/>
          <p:cNvSpPr>
            <a:spLocks noGrp="1"/>
          </p:cNvSpPr>
          <p:nvPr>
            <p:ph type="body" sz="quarter" idx="20" hasCustomPrompt="1"/>
          </p:nvPr>
        </p:nvSpPr>
        <p:spPr>
          <a:xfrm>
            <a:off x="4724400" y="9006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228600" y="291010"/>
            <a:ext cx="2057400" cy="1994990"/>
          </a:xfrm>
          <a:prstGeom prst="rect">
            <a:avLst/>
          </a:prstGeom>
          <a:solidFill>
            <a:srgbClr val="FC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>
              <a:solidFill>
                <a:srgbClr val="FC7500"/>
              </a:solidFill>
            </a:endParaRPr>
          </a:p>
        </p:txBody>
      </p:sp>
      <p:sp>
        <p:nvSpPr>
          <p:cNvPr id="31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2435942" y="295275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32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6855542" y="2910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33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4434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34" name="Text Placehold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304800" y="9006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2440857" y="2424610"/>
            <a:ext cx="2057400" cy="1994990"/>
          </a:xfrm>
          <a:prstGeom prst="rect">
            <a:avLst/>
          </a:prstGeom>
          <a:solidFill>
            <a:srgbClr val="91B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39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228600" y="24246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40" name="Picture Placeholder 11"/>
          <p:cNvSpPr>
            <a:spLocks noGrp="1"/>
          </p:cNvSpPr>
          <p:nvPr>
            <p:ph type="pic" sz="quarter" idx="22"/>
          </p:nvPr>
        </p:nvSpPr>
        <p:spPr>
          <a:xfrm>
            <a:off x="4650657" y="24246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41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2517057" y="25770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42" name="Text Placeholder 28"/>
          <p:cNvSpPr>
            <a:spLocks noGrp="1"/>
          </p:cNvSpPr>
          <p:nvPr>
            <p:ph type="body" sz="quarter" idx="24" hasCustomPrompt="1"/>
          </p:nvPr>
        </p:nvSpPr>
        <p:spPr>
          <a:xfrm>
            <a:off x="2517057" y="30342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izquierda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860457" y="2424610"/>
            <a:ext cx="2057400" cy="19949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44" name="Text Placeholder 25"/>
          <p:cNvSpPr>
            <a:spLocks noGrp="1"/>
          </p:cNvSpPr>
          <p:nvPr>
            <p:ph type="body" sz="quarter" idx="25" hasCustomPrompt="1"/>
          </p:nvPr>
        </p:nvSpPr>
        <p:spPr>
          <a:xfrm>
            <a:off x="6936657" y="25770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45" name="Text Placeholder 28"/>
          <p:cNvSpPr>
            <a:spLocks noGrp="1"/>
          </p:cNvSpPr>
          <p:nvPr>
            <p:ph type="body" sz="quarter" idx="26" hasCustomPrompt="1"/>
          </p:nvPr>
        </p:nvSpPr>
        <p:spPr>
          <a:xfrm>
            <a:off x="6936657" y="30342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izquierda</a:t>
            </a:r>
          </a:p>
        </p:txBody>
      </p:sp>
      <p:sp>
        <p:nvSpPr>
          <p:cNvPr id="46" name="Rectangle 45"/>
          <p:cNvSpPr/>
          <p:nvPr userDrawn="1"/>
        </p:nvSpPr>
        <p:spPr>
          <a:xfrm>
            <a:off x="228600" y="4558210"/>
            <a:ext cx="2057400" cy="1994990"/>
          </a:xfrm>
          <a:prstGeom prst="rect">
            <a:avLst/>
          </a:prstGeom>
          <a:solidFill>
            <a:srgbClr val="D9E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2438400" y="45582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48" name="Picture Placeholder 11"/>
          <p:cNvSpPr>
            <a:spLocks noGrp="1"/>
          </p:cNvSpPr>
          <p:nvPr>
            <p:ph type="pic" sz="quarter" idx="28"/>
          </p:nvPr>
        </p:nvSpPr>
        <p:spPr>
          <a:xfrm>
            <a:off x="6858000" y="4558210"/>
            <a:ext cx="2059858" cy="1981200"/>
          </a:xfrm>
          <a:solidFill>
            <a:srgbClr val="F0F0F0"/>
          </a:solidFill>
        </p:spPr>
        <p:txBody>
          <a:bodyPr>
            <a:normAutofit/>
          </a:bodyPr>
          <a:lstStyle>
            <a:lvl1pPr algn="ctr" eaLnBrk="1" latinLnBrk="0" hangingPunct="1">
              <a:buNone/>
              <a:defRPr kumimoji="0" lang="es-E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49" name="Text Placeholder 25"/>
          <p:cNvSpPr>
            <a:spLocks noGrp="1"/>
          </p:cNvSpPr>
          <p:nvPr>
            <p:ph type="body" sz="quarter" idx="29" hasCustomPrompt="1"/>
          </p:nvPr>
        </p:nvSpPr>
        <p:spPr>
          <a:xfrm>
            <a:off x="304800" y="4710610"/>
            <a:ext cx="1905000" cy="366889"/>
          </a:xfrm>
        </p:spPr>
        <p:txBody>
          <a:bodyPr>
            <a:normAutofit/>
          </a:bodyPr>
          <a:lstStyle>
            <a:lvl1pPr algn="l" eaLnBrk="1" latinLnBrk="0" hangingPunct="1">
              <a:buNone/>
              <a:defRPr kumimoji="0" lang="es-ES" sz="1600" b="1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  <p:sp>
        <p:nvSpPr>
          <p:cNvPr id="50" name="Text Placeholder 28"/>
          <p:cNvSpPr>
            <a:spLocks noGrp="1"/>
          </p:cNvSpPr>
          <p:nvPr>
            <p:ph type="body" sz="quarter" idx="30" hasCustomPrompt="1"/>
          </p:nvPr>
        </p:nvSpPr>
        <p:spPr>
          <a:xfrm>
            <a:off x="304800" y="5167810"/>
            <a:ext cx="1905000" cy="1247422"/>
          </a:xfrm>
        </p:spPr>
        <p:txBody>
          <a:bodyPr>
            <a:normAutofit/>
          </a:bodyPr>
          <a:lstStyle>
            <a:lvl1pPr marL="0" indent="0" algn="l" eaLnBrk="1" latinLnBrk="0" hangingPunct="1">
              <a:buNone/>
              <a:defRPr kumimoji="0" lang="es-ES"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0" lang="es-ES"/>
              <a:t>Haga clic para agregar texto a la imagen ubicada a la derecha</a:t>
            </a:r>
          </a:p>
        </p:txBody>
      </p:sp>
      <p:sp>
        <p:nvSpPr>
          <p:cNvPr id="29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54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5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panorámica con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804047" cy="6858000"/>
          </a:xfrm>
          <a:prstGeom prst="rect">
            <a:avLst/>
          </a:prstGeom>
        </p:spPr>
      </p:pic>
      <p:sp>
        <p:nvSpPr>
          <p:cNvPr id="7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66724" y="1371599"/>
            <a:ext cx="8191501" cy="2771776"/>
          </a:xfrm>
          <a:prstGeom prst="rect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8" name="W¥ل云玗İαЂÕØÚáÛ丫:Téxt Plàçèhòlðêr 表¥鷗字㌍_W 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343400"/>
            <a:ext cx="8229600" cy="1447800"/>
          </a:xfrm>
          <a:solidFill>
            <a:schemeClr val="bg1"/>
          </a:solidFill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es-ES" sz="18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grpSp>
        <p:nvGrpSpPr>
          <p:cNvPr id="9" name="Group 8"/>
          <p:cNvGrpSpPr/>
          <p:nvPr userDrawn="1"/>
        </p:nvGrpSpPr>
        <p:grpSpPr>
          <a:xfrm rot="5400000">
            <a:off x="4277032" y="1991032"/>
            <a:ext cx="589936" cy="9144000"/>
            <a:chOff x="8524568" y="0"/>
            <a:chExt cx="589936" cy="6858000"/>
          </a:xfrm>
        </p:grpSpPr>
        <p:sp>
          <p:nvSpPr>
            <p:cNvPr id="10" name="Rectangle 9"/>
            <p:cNvSpPr/>
            <p:nvPr userDrawn="1"/>
          </p:nvSpPr>
          <p:spPr>
            <a:xfrm>
              <a:off x="8524568" y="0"/>
              <a:ext cx="540774" cy="6858000"/>
            </a:xfrm>
            <a:prstGeom prst="rect">
              <a:avLst/>
            </a:prstGeom>
            <a:solidFill>
              <a:srgbClr val="FC7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es-ES">
                <a:solidFill>
                  <a:srgbClr val="FC7500"/>
                </a:solidFill>
              </a:endParaRPr>
            </a:p>
          </p:txBody>
        </p:sp>
        <p:cxnSp>
          <p:nvCxnSpPr>
            <p:cNvPr id="11" name="Straight Connector 10"/>
            <p:cNvCxnSpPr/>
            <p:nvPr userDrawn="1"/>
          </p:nvCxnSpPr>
          <p:spPr>
            <a:xfrm rot="5400000">
              <a:off x="5685504" y="3429000"/>
              <a:ext cx="6858000" cy="0"/>
            </a:xfrm>
            <a:prstGeom prst="line">
              <a:avLst/>
            </a:prstGeom>
            <a:ln w="50800">
              <a:solidFill>
                <a:srgbClr val="FC7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adra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4301613" y="1966451"/>
            <a:ext cx="540774" cy="9144000"/>
          </a:xfrm>
          <a:prstGeom prst="rect">
            <a:avLst/>
          </a:prstGeom>
          <a:solidFill>
            <a:srgbClr val="FC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>
              <a:solidFill>
                <a:srgbClr val="FC7500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 rot="10800000">
            <a:off x="0" y="6858000"/>
            <a:ext cx="9144000" cy="0"/>
          </a:xfrm>
          <a:prstGeom prst="line">
            <a:avLst/>
          </a:prstGeom>
          <a:ln w="50800">
            <a:solidFill>
              <a:srgbClr val="FC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  <p:sp>
        <p:nvSpPr>
          <p:cNvPr id="6" name="W¥ل云玗İαЂôÁûÂÚ丫:Pïçtúrê Plå¢éhõlðér 表¥鷗字㌍ 表_W 3"/>
          <p:cNvSpPr>
            <a:spLocks noGrp="1" noChangeAspect="1"/>
          </p:cNvSpPr>
          <p:nvPr userDrawn="1">
            <p:ph type="pic" sz="quarter" idx="13"/>
          </p:nvPr>
        </p:nvSpPr>
        <p:spPr>
          <a:xfrm>
            <a:off x="2974073" y="609600"/>
            <a:ext cx="3198127" cy="320040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971800" y="4038600"/>
            <a:ext cx="3200400" cy="16002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es-ES" sz="18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con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/>
          </p:cNvSpPr>
          <p:nvPr>
            <p:ph type="pic" sz="quarter" idx="13"/>
          </p:nvPr>
        </p:nvSpPr>
        <p:spPr>
          <a:xfrm>
            <a:off x="645701" y="290540"/>
            <a:ext cx="4307299" cy="5729260"/>
          </a:xfrm>
          <a:solidFill>
            <a:srgbClr val="F0F0F0"/>
          </a:solidFill>
          <a:ln w="57150">
            <a:solidFill>
              <a:schemeClr val="bg1"/>
            </a:solidFill>
          </a:ln>
          <a:effectLst>
            <a:outerShdw dist="38100" dir="2700000" algn="tl" rotWithShape="0">
              <a:prstClr val="black">
                <a:alpha val="17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marR="0" indent="1588" algn="ctr" defTabSz="914400" rtl="0" eaLnBrk="1" latinLnBrk="0" hangingPunct="1">
              <a:spcBef>
                <a:spcPct val="20000"/>
              </a:spcBef>
              <a:buFontTx/>
              <a:buNone/>
              <a:defRPr kumimoji="0" lang="es-ES" sz="20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0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5343525" y="2859716"/>
            <a:ext cx="3181350" cy="318135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es-ES" sz="180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s-ES"/>
              <a:t>Haga clic para agregar el título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 rot="5400000">
            <a:off x="4277032" y="1991032"/>
            <a:ext cx="589936" cy="9144000"/>
            <a:chOff x="8524568" y="0"/>
            <a:chExt cx="589936" cy="6858000"/>
          </a:xfrm>
        </p:grpSpPr>
        <p:sp>
          <p:nvSpPr>
            <p:cNvPr id="14" name="Rectangle 13"/>
            <p:cNvSpPr/>
            <p:nvPr userDrawn="1"/>
          </p:nvSpPr>
          <p:spPr>
            <a:xfrm>
              <a:off x="8524568" y="0"/>
              <a:ext cx="540774" cy="6858000"/>
            </a:xfrm>
            <a:prstGeom prst="rect">
              <a:avLst/>
            </a:prstGeom>
            <a:solidFill>
              <a:srgbClr val="FC7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es-ES">
                <a:solidFill>
                  <a:srgbClr val="FC7500"/>
                </a:solidFill>
              </a:endParaRPr>
            </a:p>
          </p:txBody>
        </p:sp>
        <p:cxnSp>
          <p:nvCxnSpPr>
            <p:cNvPr id="15" name="Straight Connector 14"/>
            <p:cNvCxnSpPr/>
            <p:nvPr userDrawn="1"/>
          </p:nvCxnSpPr>
          <p:spPr>
            <a:xfrm rot="5400000">
              <a:off x="5685504" y="3429000"/>
              <a:ext cx="6858000" cy="0"/>
            </a:xfrm>
            <a:prstGeom prst="line">
              <a:avLst/>
            </a:prstGeom>
            <a:ln w="50800">
              <a:solidFill>
                <a:srgbClr val="FC7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EFEED2B4-868F-4681-9E70-FF7ECCDC67D4}" type="datetimeFigureOut">
              <a:pPr/>
              <a:t>12/17/2009</a:t>
            </a:fld>
            <a:endParaRPr kumimoji="0" lang="es-ES"/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</a:lstStyle>
          <a:p>
            <a:fld id="{80F88FF4-1BD9-4AA8-B980-C7776087ABA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096000"/>
            <a:ext cx="85344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534400" cy="6096000"/>
          </a:xfrm>
        </p:spPr>
        <p:txBody>
          <a:bodyPr/>
          <a:lstStyle>
            <a:lvl1pPr algn="ctr" eaLnBrk="1" latinLnBrk="0" hangingPunct="1">
              <a:buNone/>
              <a:defRPr kumimoji="0"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172200"/>
            <a:ext cx="8229600" cy="571500"/>
          </a:xfrm>
        </p:spPr>
        <p:txBody>
          <a:bodyPr>
            <a:noAutofit/>
          </a:bodyPr>
          <a:lstStyle>
            <a:lvl1pPr algn="l" eaLnBrk="1" latinLnBrk="0" hangingPunct="1">
              <a:defRPr kumimoji="0" lang="es-ES"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de toda la págin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8" name="Rectangle 6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s-ES" sz="2400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105400" y="5257800"/>
            <a:ext cx="4038600" cy="505047"/>
          </a:xfrm>
          <a:solidFill>
            <a:schemeClr val="tx1">
              <a:alpha val="46000"/>
            </a:schemeClr>
          </a:solidFill>
        </p:spPr>
        <p:txBody>
          <a:bodyPr>
            <a:normAutofit/>
          </a:bodyPr>
          <a:lstStyle>
            <a:lvl1pPr eaLnBrk="1" latinLnBrk="0" hangingPunct="1">
              <a:buNone/>
              <a:defRPr kumimoji="0" lang="es-ES" sz="2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0" lang="es-ES"/>
              <a:t>Haga clic para agregar un título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 co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553200"/>
            <a:ext cx="2057400" cy="304800"/>
          </a:xfrm>
        </p:spPr>
        <p:txBody>
          <a:bodyPr/>
          <a:lstStyle/>
          <a:p>
            <a:fld id="{80F88FF4-1BD9-4AA8-B980-C7776087ABAF}" type="slidenum">
              <a:t>‹Nº›</a:t>
            </a:fld>
            <a:endParaRPr kumimoji="0"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1" latinLnBrk="0" hangingPunct="1"/>
            <a:r>
              <a:rPr kumimoji="0" lang="es-ES" smtClean="0"/>
              <a:t>Haga clic para modificar el estilo de título del patrón</a:t>
            </a:r>
            <a:endParaRPr kumimoji="0"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0" hangingPunct="1">
              <a:defRPr kumimoji="0"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ED2B4-868F-4681-9E70-FF7ECCDC67D4}" type="datetimeFigureOut"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0" hangingPunct="1">
              <a:defRPr kumimoji="0"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latinLnBrk="0" hangingPunct="1">
              <a:defRPr kumimoji="0"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88FF4-1BD9-4AA8-B980-C7776087ABAF}" type="slidenum">
              <a:t>‹Nº›</a:t>
            </a:fld>
            <a:endParaRPr kumimoji="0" lang="es-ES"/>
          </a:p>
        </p:txBody>
      </p:sp>
      <p:sp>
        <p:nvSpPr>
          <p:cNvPr id="7" name="Rectangle 6"/>
          <p:cNvSpPr/>
          <p:nvPr/>
        </p:nvSpPr>
        <p:spPr>
          <a:xfrm>
            <a:off x="8532519" y="0"/>
            <a:ext cx="540774" cy="6858000"/>
          </a:xfrm>
          <a:prstGeom prst="rect">
            <a:avLst/>
          </a:prstGeom>
          <a:solidFill>
            <a:srgbClr val="FC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s-ES">
              <a:solidFill>
                <a:srgbClr val="FC75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5693455" y="3429000"/>
            <a:ext cx="6858000" cy="0"/>
          </a:xfrm>
          <a:prstGeom prst="line">
            <a:avLst/>
          </a:prstGeom>
          <a:ln w="50800">
            <a:solidFill>
              <a:srgbClr val="FC7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1" r:id="rId3"/>
    <p:sldLayoutId id="2147483676" r:id="rId4"/>
    <p:sldLayoutId id="2147483657" r:id="rId5"/>
    <p:sldLayoutId id="2147483655" r:id="rId6"/>
    <p:sldLayoutId id="2147483674" r:id="rId7"/>
    <p:sldLayoutId id="2147483675" r:id="rId8"/>
    <p:sldLayoutId id="2147483670" r:id="rId9"/>
    <p:sldLayoutId id="2147483671" r:id="rId10"/>
    <p:sldLayoutId id="2147483679" r:id="rId11"/>
    <p:sldLayoutId id="2147483680" r:id="rId12"/>
    <p:sldLayoutId id="2147483672" r:id="rId13"/>
    <p:sldLayoutId id="2147483673" r:id="rId14"/>
    <p:sldLayoutId id="2147483650" r:id="rId15"/>
    <p:sldLayoutId id="2147483667" r:id="rId16"/>
    <p:sldLayoutId id="2147483668" r:id="rId17"/>
    <p:sldLayoutId id="2147483666" r:id="rId18"/>
    <p:sldLayoutId id="2147483664" r:id="rId19"/>
    <p:sldLayoutId id="2147483663" r:id="rId20"/>
    <p:sldLayoutId id="2147483653" r:id="rId21"/>
    <p:sldLayoutId id="2147483652" r:id="rId22"/>
    <p:sldLayoutId id="2147483660" r:id="rId23"/>
    <p:sldLayoutId id="2147483658" r:id="rId24"/>
    <p:sldLayoutId id="2147483665" r:id="rId25"/>
    <p:sldLayoutId id="2147483669" r:id="rId26"/>
    <p:sldLayoutId id="2147483654" r:id="rId27"/>
    <p:sldLayoutId id="2147483656" r:id="rId28"/>
    <p:sldLayoutId id="2147483684" r:id="rId29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kumimoji="0"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0" lang="es-ES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kumimoji="0" lang="es-ES"/>
      </a:defPPr>
      <a:lvl1pPr marL="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611560" y="260648"/>
            <a:ext cx="7205149" cy="2093834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rgbClr val="FC7500"/>
                </a:solidFill>
              </a:rPr>
              <a:t>TRABAJO PRACTICO</a:t>
            </a:r>
            <a:br>
              <a:rPr lang="es-ES" dirty="0" smtClean="0">
                <a:solidFill>
                  <a:srgbClr val="FC7500"/>
                </a:solidFill>
              </a:rPr>
            </a:br>
            <a:r>
              <a:rPr lang="es-MX" b="0" dirty="0"/>
              <a:t>Fundamentos de Redes Neuronales y </a:t>
            </a:r>
            <a:r>
              <a:rPr lang="es-MX" b="0" dirty="0" err="1"/>
              <a:t>Deep</a:t>
            </a:r>
            <a:r>
              <a:rPr lang="es-MX" b="0" dirty="0"/>
              <a:t> </a:t>
            </a:r>
            <a:r>
              <a:rPr lang="es-MX" b="0" dirty="0" err="1"/>
              <a:t>Learning</a:t>
            </a:r>
            <a:endParaRPr lang="es-ES" dirty="0"/>
          </a:p>
        </p:txBody>
      </p:sp>
      <p:sp>
        <p:nvSpPr>
          <p:cNvPr id="3" name="2 Rectángulo"/>
          <p:cNvSpPr/>
          <p:nvPr/>
        </p:nvSpPr>
        <p:spPr>
          <a:xfrm>
            <a:off x="3834581" y="3501008"/>
            <a:ext cx="4248472" cy="2880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2400" dirty="0" smtClean="0"/>
          </a:p>
          <a:p>
            <a:endParaRPr lang="es-MX" sz="2400" dirty="0"/>
          </a:p>
          <a:p>
            <a:r>
              <a:rPr lang="es-MX" sz="2400" dirty="0" smtClean="0"/>
              <a:t>Integrantes: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sz="2400" dirty="0" smtClean="0"/>
              <a:t>Claramunt Federico.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sz="2400" dirty="0" err="1" smtClean="0"/>
              <a:t>Lovaiza</a:t>
            </a:r>
            <a:r>
              <a:rPr lang="es-MX" sz="2400" dirty="0" smtClean="0"/>
              <a:t> </a:t>
            </a:r>
            <a:r>
              <a:rPr lang="es-MX" sz="2400" dirty="0"/>
              <a:t>Marcia </a:t>
            </a:r>
            <a:r>
              <a:rPr lang="es-MX" sz="2400" dirty="0" smtClean="0"/>
              <a:t>Elizabeth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sz="2400" dirty="0" smtClean="0"/>
              <a:t>Mole Agustina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sz="2400" dirty="0" smtClean="0"/>
              <a:t>Molina Javier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sz="2400" dirty="0" smtClean="0"/>
              <a:t>Ríos </a:t>
            </a:r>
            <a:r>
              <a:rPr lang="es-MX" sz="2400" dirty="0"/>
              <a:t>Claudia Soledad</a:t>
            </a:r>
          </a:p>
          <a:p>
            <a:pPr marL="285750" indent="-285750">
              <a:buFont typeface="Arial" pitchFamily="34" charset="0"/>
              <a:buChar char="•"/>
            </a:pPr>
            <a:endParaRPr lang="es-MX" dirty="0"/>
          </a:p>
          <a:p>
            <a:pPr marL="285750" indent="-285750">
              <a:buFont typeface="Arial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itchFamily="34" charset="0"/>
              <a:buChar char="•"/>
            </a:pPr>
            <a:endParaRPr lang="es-MX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es-MX" dirty="0"/>
              <a:t>La IA y el </a:t>
            </a:r>
            <a:r>
              <a:rPr lang="es-MX" dirty="0" err="1"/>
              <a:t>Deep</a:t>
            </a:r>
            <a:r>
              <a:rPr lang="es-MX" dirty="0"/>
              <a:t> </a:t>
            </a:r>
            <a:r>
              <a:rPr lang="es-MX" dirty="0" err="1"/>
              <a:t>Learning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564904"/>
            <a:ext cx="7772400" cy="2232248"/>
          </a:xfrm>
        </p:spPr>
        <p:txBody>
          <a:bodyPr>
            <a:no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MX" sz="3600" dirty="0" smtClean="0">
                <a:solidFill>
                  <a:schemeClr val="tx1"/>
                </a:solidFill>
              </a:rPr>
              <a:t>Redes </a:t>
            </a:r>
            <a:r>
              <a:rPr lang="es-MX" sz="3600" dirty="0">
                <a:solidFill>
                  <a:schemeClr val="tx1"/>
                </a:solidFill>
              </a:rPr>
              <a:t>Neuronales y </a:t>
            </a:r>
            <a:r>
              <a:rPr lang="es-MX" sz="3600" dirty="0" err="1">
                <a:solidFill>
                  <a:schemeClr val="tx1"/>
                </a:solidFill>
              </a:rPr>
              <a:t>Deep</a:t>
            </a:r>
            <a:r>
              <a:rPr lang="es-MX" sz="3600" dirty="0">
                <a:solidFill>
                  <a:schemeClr val="tx1"/>
                </a:solidFill>
              </a:rPr>
              <a:t> </a:t>
            </a:r>
            <a:r>
              <a:rPr lang="es-MX" sz="3600" dirty="0" err="1">
                <a:solidFill>
                  <a:schemeClr val="tx1"/>
                </a:solidFill>
              </a:rPr>
              <a:t>Learning</a:t>
            </a:r>
            <a:r>
              <a:rPr lang="es-MX" sz="3600" dirty="0">
                <a:solidFill>
                  <a:schemeClr val="tx1"/>
                </a:solidFill>
              </a:rPr>
              <a:t>: motor clave de la IA.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s-MX" sz="3600" dirty="0">
                <a:solidFill>
                  <a:schemeClr val="tx1"/>
                </a:solidFill>
              </a:rPr>
              <a:t>Superan capacidades humanas en tareas complejas.</a:t>
            </a:r>
          </a:p>
          <a:p>
            <a:pPr>
              <a:buNone/>
            </a:pPr>
            <a:endParaRPr lang="es-ES" sz="3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548680"/>
            <a:ext cx="7772400" cy="1362075"/>
          </a:xfrm>
        </p:spPr>
        <p:txBody>
          <a:bodyPr/>
          <a:lstStyle/>
          <a:p>
            <a:r>
              <a:rPr lang="es-AR" dirty="0"/>
              <a:t>¿Cómo </a:t>
            </a:r>
            <a:r>
              <a:rPr lang="es-AR" dirty="0" smtClean="0"/>
              <a:t>funcionan las redes neuronales?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2420888"/>
            <a:ext cx="7772400" cy="3384376"/>
          </a:xfrm>
        </p:spPr>
        <p:txBody>
          <a:bodyPr>
            <a:no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MX" sz="3600" dirty="0">
                <a:solidFill>
                  <a:schemeClr val="tx1"/>
                </a:solidFill>
              </a:rPr>
              <a:t>Modelo basado en el cerebro humano.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MX" sz="3600" dirty="0">
                <a:solidFill>
                  <a:schemeClr val="tx1"/>
                </a:solidFill>
              </a:rPr>
              <a:t>Neuronas artificiales (</a:t>
            </a:r>
            <a:r>
              <a:rPr lang="es-MX" sz="3600" dirty="0" err="1">
                <a:solidFill>
                  <a:schemeClr val="tx1"/>
                </a:solidFill>
              </a:rPr>
              <a:t>perceptrones</a:t>
            </a:r>
            <a:r>
              <a:rPr lang="es-MX" sz="3600" dirty="0">
                <a:solidFill>
                  <a:schemeClr val="tx1"/>
                </a:solidFill>
              </a:rPr>
              <a:t>) interconectadas.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MX" sz="3600" dirty="0">
                <a:solidFill>
                  <a:schemeClr val="tx1"/>
                </a:solidFill>
              </a:rPr>
              <a:t>Componentes clave: Entradas, Pesos, Sesgo, Función de Activación, Salida.</a:t>
            </a:r>
          </a:p>
        </p:txBody>
      </p:sp>
    </p:spTree>
    <p:extLst>
      <p:ext uri="{BB962C8B-B14F-4D97-AF65-F5344CB8AC3E}">
        <p14:creationId xmlns:p14="http://schemas.microsoft.com/office/powerpoint/2010/main" val="194835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548680"/>
            <a:ext cx="7772400" cy="1362075"/>
          </a:xfrm>
        </p:spPr>
        <p:txBody>
          <a:bodyPr/>
          <a:lstStyle/>
          <a:p>
            <a:r>
              <a:rPr lang="es-AR" dirty="0">
                <a:solidFill>
                  <a:schemeClr val="tx1"/>
                </a:solidFill>
              </a:rPr>
              <a:t>Arquitectura de una Red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772816"/>
            <a:ext cx="7772400" cy="2874023"/>
          </a:xfrm>
        </p:spPr>
        <p:txBody>
          <a:bodyPr>
            <a:norm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AR" sz="2800" dirty="0">
                <a:solidFill>
                  <a:schemeClr val="tx1"/>
                </a:solidFill>
              </a:rPr>
              <a:t>Capa de Entrada, Capas Ocultas (el "cerebro"), Capa de Salida.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s-AR" sz="2800" dirty="0">
                <a:solidFill>
                  <a:schemeClr val="tx1"/>
                </a:solidFill>
              </a:rPr>
              <a:t>Cada capa aprende características cada vez más abstractas.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3884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548680"/>
            <a:ext cx="7772400" cy="1362075"/>
          </a:xfrm>
        </p:spPr>
        <p:txBody>
          <a:bodyPr/>
          <a:lstStyle/>
          <a:p>
            <a:r>
              <a:rPr lang="es-AR" dirty="0" err="1"/>
              <a:t>Deep</a:t>
            </a:r>
            <a:r>
              <a:rPr lang="es-AR" dirty="0"/>
              <a:t> </a:t>
            </a:r>
            <a:r>
              <a:rPr lang="es-AR" dirty="0" err="1"/>
              <a:t>Learning</a:t>
            </a:r>
            <a:r>
              <a:rPr lang="es-AR" dirty="0"/>
              <a:t>: Redes Profundas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2636912"/>
            <a:ext cx="7772400" cy="1500187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s-MX" sz="2800" b="1" dirty="0">
                <a:solidFill>
                  <a:schemeClr val="tx1"/>
                </a:solidFill>
              </a:rPr>
              <a:t>Redes con múltiples capas ocultas (profundas).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MX" sz="2800" b="1" dirty="0">
                <a:solidFill>
                  <a:schemeClr val="tx1"/>
                </a:solidFill>
              </a:rPr>
              <a:t>Construyen una jerarquía de características complejas.</a:t>
            </a:r>
          </a:p>
        </p:txBody>
      </p:sp>
    </p:spTree>
    <p:extLst>
      <p:ext uri="{BB962C8B-B14F-4D97-AF65-F5344CB8AC3E}">
        <p14:creationId xmlns:p14="http://schemas.microsoft.com/office/powerpoint/2010/main" val="310926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620688"/>
            <a:ext cx="7772400" cy="1362075"/>
          </a:xfrm>
        </p:spPr>
        <p:txBody>
          <a:bodyPr/>
          <a:lstStyle/>
          <a:p>
            <a:r>
              <a:rPr lang="es-AR" dirty="0"/>
              <a:t>Proceso de Aprendizaje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44824"/>
            <a:ext cx="7772400" cy="2802015"/>
          </a:xfrm>
        </p:spPr>
        <p:txBody>
          <a:bodyPr>
            <a:normAutofit fontScale="92500" lnSpcReduction="20000"/>
          </a:bodyPr>
          <a:lstStyle/>
          <a:p>
            <a:r>
              <a:rPr lang="es-AR" dirty="0"/>
              <a:t> </a:t>
            </a:r>
            <a:r>
              <a:rPr lang="es-AR" sz="2800" dirty="0">
                <a:solidFill>
                  <a:schemeClr val="tx1"/>
                </a:solidFill>
              </a:rPr>
              <a:t>Entrenamiento de la Red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s-MX" sz="2800" dirty="0" smtClean="0">
                <a:solidFill>
                  <a:schemeClr val="tx1"/>
                </a:solidFill>
              </a:rPr>
              <a:t>Ajuste </a:t>
            </a:r>
            <a:r>
              <a:rPr lang="es-MX" sz="2800" dirty="0">
                <a:solidFill>
                  <a:schemeClr val="tx1"/>
                </a:solidFill>
              </a:rPr>
              <a:t>de pesos y sesgos para minimizar errores.</a:t>
            </a:r>
          </a:p>
          <a:p>
            <a:r>
              <a:rPr lang="es-MX" sz="2800" dirty="0">
                <a:solidFill>
                  <a:schemeClr val="tx1"/>
                </a:solidFill>
              </a:rPr>
              <a:t>Ciclo: </a:t>
            </a:r>
            <a:endParaRPr lang="es-MX" sz="2800" dirty="0" smtClean="0">
              <a:solidFill>
                <a:schemeClr val="tx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MX" sz="2800" dirty="0" smtClean="0">
                <a:solidFill>
                  <a:schemeClr val="tx1"/>
                </a:solidFill>
              </a:rPr>
              <a:t>Propagación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s-MX" sz="2800" dirty="0" smtClean="0">
                <a:solidFill>
                  <a:schemeClr val="tx1"/>
                </a:solidFill>
              </a:rPr>
              <a:t>Cálculo </a:t>
            </a:r>
            <a:r>
              <a:rPr lang="es-MX" sz="2800" dirty="0">
                <a:solidFill>
                  <a:schemeClr val="tx1"/>
                </a:solidFill>
              </a:rPr>
              <a:t>de </a:t>
            </a:r>
            <a:r>
              <a:rPr lang="es-MX" sz="2800" dirty="0" smtClean="0">
                <a:solidFill>
                  <a:schemeClr val="tx1"/>
                </a:solidFill>
              </a:rPr>
              <a:t>Pérdida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s-MX" sz="2800" dirty="0" err="1" smtClean="0">
                <a:solidFill>
                  <a:schemeClr val="tx1"/>
                </a:solidFill>
              </a:rPr>
              <a:t>Retropropagación</a:t>
            </a:r>
            <a:endParaRPr lang="es-MX" sz="2800" dirty="0" smtClean="0">
              <a:solidFill>
                <a:schemeClr val="tx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MX" sz="2800" dirty="0" smtClean="0">
                <a:solidFill>
                  <a:schemeClr val="tx1"/>
                </a:solidFill>
              </a:rPr>
              <a:t>Optimización</a:t>
            </a:r>
            <a:r>
              <a:rPr lang="es-MX" sz="2800" dirty="0">
                <a:solidFill>
                  <a:schemeClr val="tx1"/>
                </a:solidFill>
              </a:rPr>
              <a:t>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4812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476672"/>
            <a:ext cx="7772400" cy="1362075"/>
          </a:xfrm>
        </p:spPr>
        <p:txBody>
          <a:bodyPr/>
          <a:lstStyle/>
          <a:p>
            <a:r>
              <a:rPr lang="es-AR" dirty="0"/>
              <a:t>Aplicaciones Clave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484784"/>
            <a:ext cx="7772400" cy="3162055"/>
          </a:xfrm>
        </p:spPr>
        <p:txBody>
          <a:bodyPr>
            <a:normAutofit/>
          </a:bodyPr>
          <a:lstStyle/>
          <a:p>
            <a:r>
              <a:rPr lang="es-MX" sz="2800" dirty="0">
                <a:solidFill>
                  <a:schemeClr val="tx1"/>
                </a:solidFill>
              </a:rPr>
              <a:t>Usos en el Mundo </a:t>
            </a:r>
            <a:r>
              <a:rPr lang="es-MX" sz="2800" dirty="0" smtClean="0">
                <a:solidFill>
                  <a:schemeClr val="tx1"/>
                </a:solidFill>
              </a:rPr>
              <a:t>Real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sz="2800" dirty="0">
                <a:solidFill>
                  <a:schemeClr val="tx1"/>
                </a:solidFill>
              </a:rPr>
              <a:t>Visión por </a:t>
            </a:r>
            <a:r>
              <a:rPr lang="es-AR" sz="2800" dirty="0" smtClean="0">
                <a:solidFill>
                  <a:schemeClr val="tx1"/>
                </a:solidFill>
              </a:rPr>
              <a:t>Computadora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MX" sz="2800" dirty="0">
                <a:solidFill>
                  <a:schemeClr val="tx1"/>
                </a:solidFill>
              </a:rPr>
              <a:t>Procesamiento del Lenguaje Natural (NLP) (traducción, </a:t>
            </a:r>
            <a:r>
              <a:rPr lang="es-MX" sz="2800" dirty="0" err="1">
                <a:solidFill>
                  <a:schemeClr val="tx1"/>
                </a:solidFill>
              </a:rPr>
              <a:t>chatbots</a:t>
            </a:r>
            <a:r>
              <a:rPr lang="es-MX" sz="2800" dirty="0">
                <a:solidFill>
                  <a:schemeClr val="tx1"/>
                </a:solidFill>
              </a:rPr>
              <a:t>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MX" sz="2800" dirty="0">
                <a:solidFill>
                  <a:schemeClr val="tx1"/>
                </a:solidFill>
              </a:rPr>
              <a:t>Sistemas de Recomendación (</a:t>
            </a:r>
            <a:r>
              <a:rPr lang="es-MX" sz="2800" dirty="0" err="1">
                <a:solidFill>
                  <a:schemeClr val="tx1"/>
                </a:solidFill>
              </a:rPr>
              <a:t>Netflix</a:t>
            </a:r>
            <a:r>
              <a:rPr lang="es-MX" sz="2800" dirty="0">
                <a:solidFill>
                  <a:schemeClr val="tx1"/>
                </a:solidFill>
              </a:rPr>
              <a:t>, </a:t>
            </a:r>
            <a:r>
              <a:rPr lang="es-MX" sz="2800" dirty="0" err="1">
                <a:solidFill>
                  <a:schemeClr val="tx1"/>
                </a:solidFill>
              </a:rPr>
              <a:t>Spotify</a:t>
            </a:r>
            <a:r>
              <a:rPr lang="es-MX" sz="2800" dirty="0">
                <a:solidFill>
                  <a:schemeClr val="tx1"/>
                </a:solidFill>
              </a:rPr>
              <a:t>).</a:t>
            </a:r>
          </a:p>
          <a:p>
            <a:pPr marL="342900" indent="-342900">
              <a:buFont typeface="Arial" pitchFamily="34" charset="0"/>
              <a:buChar char="•"/>
            </a:pPr>
            <a:endParaRPr lang="es-A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41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548680"/>
            <a:ext cx="7772400" cy="1362075"/>
          </a:xfrm>
        </p:spPr>
        <p:txBody>
          <a:bodyPr/>
          <a:lstStyle/>
          <a:p>
            <a:r>
              <a:rPr lang="es-AR" dirty="0"/>
              <a:t>Desafíos y Futuro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1772816"/>
            <a:ext cx="7772400" cy="4752528"/>
          </a:xfrm>
        </p:spPr>
        <p:txBody>
          <a:bodyPr>
            <a:normAutofit/>
          </a:bodyPr>
          <a:lstStyle/>
          <a:p>
            <a:r>
              <a:rPr lang="es-AR" sz="2400" dirty="0">
                <a:solidFill>
                  <a:schemeClr val="tx1"/>
                </a:solidFill>
              </a:rPr>
              <a:t>Limitaciones</a:t>
            </a:r>
            <a:r>
              <a:rPr lang="es-AR" sz="2400" dirty="0" smtClean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MX" sz="2400" dirty="0">
                <a:solidFill>
                  <a:schemeClr val="tx1"/>
                </a:solidFill>
              </a:rPr>
              <a:t>Necesidad de datos y poder de cómputo</a:t>
            </a:r>
            <a:r>
              <a:rPr lang="es-MX" sz="24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s-MX" sz="2400" dirty="0">
              <a:solidFill>
                <a:schemeClr val="tx1"/>
              </a:solidFill>
            </a:endParaRPr>
          </a:p>
          <a:p>
            <a:r>
              <a:rPr lang="es-AR" sz="2400" dirty="0">
                <a:solidFill>
                  <a:schemeClr val="tx1"/>
                </a:solidFill>
              </a:rPr>
              <a:t>Consideraciones éticas</a:t>
            </a:r>
            <a:r>
              <a:rPr lang="es-AR" sz="2400" dirty="0" smtClean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sz="2400" dirty="0">
                <a:solidFill>
                  <a:schemeClr val="tx1"/>
                </a:solidFill>
              </a:rPr>
              <a:t>Sesgos y privacidad</a:t>
            </a:r>
            <a:r>
              <a:rPr lang="es-AR" sz="2400" dirty="0" smtClean="0">
                <a:solidFill>
                  <a:schemeClr val="tx1"/>
                </a:solidFill>
              </a:rPr>
              <a:t>.</a:t>
            </a:r>
          </a:p>
          <a:p>
            <a:endParaRPr lang="es-MX" sz="2400" dirty="0">
              <a:solidFill>
                <a:schemeClr val="tx1"/>
              </a:solidFill>
            </a:endParaRPr>
          </a:p>
          <a:p>
            <a:r>
              <a:rPr lang="es-AR" sz="2400" dirty="0">
                <a:solidFill>
                  <a:schemeClr val="tx1"/>
                </a:solidFill>
              </a:rPr>
              <a:t>Futuro</a:t>
            </a:r>
            <a:r>
              <a:rPr lang="es-AR" sz="2400" dirty="0" smtClean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sz="2400" dirty="0">
                <a:solidFill>
                  <a:schemeClr val="tx1"/>
                </a:solidFill>
              </a:rPr>
              <a:t>Medicina </a:t>
            </a:r>
            <a:r>
              <a:rPr lang="es-AR" sz="2400" dirty="0" smtClean="0">
                <a:solidFill>
                  <a:schemeClr val="tx1"/>
                </a:solidFill>
              </a:rPr>
              <a:t>personalizada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sz="2400" dirty="0">
                <a:solidFill>
                  <a:schemeClr val="tx1"/>
                </a:solidFill>
              </a:rPr>
              <a:t>Ciudades </a:t>
            </a:r>
            <a:r>
              <a:rPr lang="es-AR" sz="2400" dirty="0" smtClean="0">
                <a:solidFill>
                  <a:schemeClr val="tx1"/>
                </a:solidFill>
              </a:rPr>
              <a:t>inteligentes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sz="2400" dirty="0">
                <a:solidFill>
                  <a:schemeClr val="tx1"/>
                </a:solidFill>
              </a:rPr>
              <a:t>Interfaces cerebro-computadora.</a:t>
            </a:r>
            <a:endParaRPr lang="es-AR" sz="2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45756484"/>
      </p:ext>
    </p:extLst>
  </p:cSld>
  <p:clrMapOvr>
    <a:masterClrMapping/>
  </p:clrMapOvr>
</p:sld>
</file>

<file path=ppt/theme/theme1.xml><?xml version="1.0" encoding="utf-8"?>
<a:theme xmlns:a="http://schemas.openxmlformats.org/drawingml/2006/main" name="Álbum de fotos urban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UrbanPhotoAlbum</Template>
  <TotalTime>0</TotalTime>
  <Words>205</Words>
  <Application>Microsoft Office PowerPoint</Application>
  <PresentationFormat>Presentación en pantalla (4:3)</PresentationFormat>
  <Paragraphs>51</Paragraphs>
  <Slides>8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Álbum de fotos urbanas</vt:lpstr>
      <vt:lpstr>Presentación de PowerPoint</vt:lpstr>
      <vt:lpstr>La IA y el Deep Learning</vt:lpstr>
      <vt:lpstr>¿Cómo funcionan las redes neuronales?</vt:lpstr>
      <vt:lpstr>Arquitectura de una Red</vt:lpstr>
      <vt:lpstr>Deep Learning: Redes Profundas</vt:lpstr>
      <vt:lpstr>Proceso de Aprendizaje</vt:lpstr>
      <vt:lpstr>Aplicaciones Clave</vt:lpstr>
      <vt:lpstr>Desafíos y Futuro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2025-07-17T00:50:11Z</dcterms:created>
  <dcterms:modified xsi:type="dcterms:W3CDTF">2025-07-17T02:13:52Z</dcterms:modified>
</cp:coreProperties>
</file>